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PAW 2.3.8 架构演进与自动化验收汇报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基于真实证据链的严肃个人工作操作系统</a:t>
            </a:r>
          </a:p>
          <a:p>
            <a:r>
              <a:t>汇报人：系统测试架构组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核心交付要点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离线端侧高保真解析支持 (Word, Excel, PPT, PDF)</a:t>
            </a:r>
          </a:p>
          <a:p>
            <a:r>
              <a:t>2. 治理闭环：AI 提议 -&gt; 人工审核 -&gt; 幂等原子落盘</a:t>
            </a:r>
          </a:p>
          <a:p>
            <a:r>
              <a:t>3. 待办项：组织系统回归演练，核实数据库快照机制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