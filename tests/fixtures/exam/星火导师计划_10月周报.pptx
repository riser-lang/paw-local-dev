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星火导师计划 10月第二周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已招募导师 26 名</a:t>
            </a:r>
          </a:p>
          <a:p>
            <a:r>
              <a:t>首轮带教课程大纲已完成</a:t>
            </a:r>
          </a:p>
          <a:p>
            <a:r>
              <a:t>风险：两个校区尚未提名导师人选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下周计划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完成剩余 14 名导师招募</a:t>
            </a:r>
          </a:p>
          <a:p>
            <a:r>
              <a:t>确定认证考核日期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